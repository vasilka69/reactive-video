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6" r:id="rId9"/>
    <p:sldId id="263" r:id="rId10"/>
    <p:sldId id="264" r:id="rId11"/>
    <p:sldId id="265" r:id="rId12"/>
    <p:sldId id="267" r:id="rId13"/>
    <p:sldId id="268" r:id="rId1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25" d="100"/>
          <a:sy n="125" d="100"/>
        </p:scale>
        <p:origin x="1614" y="7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3DE11F-1859-4A29-9755-056F899062CC}" type="datetimeFigureOut">
              <a:rPr lang="ru-RU" smtClean="0"/>
              <a:t>20.12.2025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62C962-8156-4188-9D2D-8C659BE7E8D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579359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62C962-8156-4188-9D2D-8C659BE7E8DC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08178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02115-558A-474F-BC23-5565966FE5E2}" type="datetimeFigureOut">
              <a:rPr lang="ru-RU" smtClean="0"/>
              <a:t>20.12.2025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BEA56-2F56-4C1A-BD7C-9B0D0E1427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939598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02115-558A-474F-BC23-5565966FE5E2}" type="datetimeFigureOut">
              <a:rPr lang="ru-RU" smtClean="0"/>
              <a:t>20.12.2025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BEA56-2F56-4C1A-BD7C-9B0D0E1427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285013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02115-558A-474F-BC23-5565966FE5E2}" type="datetimeFigureOut">
              <a:rPr lang="ru-RU" smtClean="0"/>
              <a:t>20.12.2025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BEA56-2F56-4C1A-BD7C-9B0D0E1427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594926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02115-558A-474F-BC23-5565966FE5E2}" type="datetimeFigureOut">
              <a:rPr lang="ru-RU" smtClean="0"/>
              <a:t>20.12.2025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BEA56-2F56-4C1A-BD7C-9B0D0E1427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072179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02115-558A-474F-BC23-5565966FE5E2}" type="datetimeFigureOut">
              <a:rPr lang="ru-RU" smtClean="0"/>
              <a:t>20.12.2025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BEA56-2F56-4C1A-BD7C-9B0D0E1427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331624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02115-558A-474F-BC23-5565966FE5E2}" type="datetimeFigureOut">
              <a:rPr lang="ru-RU" smtClean="0"/>
              <a:t>20.12.2025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BEA56-2F56-4C1A-BD7C-9B0D0E1427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216380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02115-558A-474F-BC23-5565966FE5E2}" type="datetimeFigureOut">
              <a:rPr lang="ru-RU" smtClean="0"/>
              <a:t>20.12.2025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BEA56-2F56-4C1A-BD7C-9B0D0E1427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679265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02115-558A-474F-BC23-5565966FE5E2}" type="datetimeFigureOut">
              <a:rPr lang="ru-RU" smtClean="0"/>
              <a:t>20.12.2025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BEA56-2F56-4C1A-BD7C-9B0D0E1427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22414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02115-558A-474F-BC23-5565966FE5E2}" type="datetimeFigureOut">
              <a:rPr lang="ru-RU" smtClean="0"/>
              <a:t>20.12.2025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BEA56-2F56-4C1A-BD7C-9B0D0E1427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571393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02115-558A-474F-BC23-5565966FE5E2}" type="datetimeFigureOut">
              <a:rPr lang="ru-RU" smtClean="0"/>
              <a:t>20.12.2025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BEA56-2F56-4C1A-BD7C-9B0D0E1427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914166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02115-558A-474F-BC23-5565966FE5E2}" type="datetimeFigureOut">
              <a:rPr lang="ru-RU" smtClean="0"/>
              <a:t>20.12.2025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BEA56-2F56-4C1A-BD7C-9B0D0E1427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57838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602115-558A-474F-BC23-5565966FE5E2}" type="datetimeFigureOut">
              <a:rPr lang="ru-RU" smtClean="0"/>
              <a:t>20.12.2025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1BEA56-2F56-4C1A-BD7C-9B0D0E1427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749203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Реактивный сервис хранения файлов и получения видеопотока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968915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Меню регистрации и входа</a:t>
            </a: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599" y="1690689"/>
            <a:ext cx="5140451" cy="43748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95738" y="1690688"/>
            <a:ext cx="4590661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 smtClean="0"/>
              <a:t>При первом заходе на страницу, пользователь видит меню, при помощи которого может зарегистрироваться в системе используя логин и пароль или войти в систему, если он уже зарегистрирован</a:t>
            </a:r>
            <a:endParaRPr lang="ru-RU" sz="2400" dirty="0"/>
          </a:p>
        </p:txBody>
      </p:sp>
      <p:sp>
        <p:nvSpPr>
          <p:cNvPr id="7" name="TextBox 6"/>
          <p:cNvSpPr txBox="1"/>
          <p:nvPr/>
        </p:nvSpPr>
        <p:spPr>
          <a:xfrm>
            <a:off x="6987540" y="6134101"/>
            <a:ext cx="32903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Рисунок 1 – Меню авторизации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249883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Основная страница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7423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 smtClean="0"/>
              <a:t>При успешном входе в систему, пользователь видит основную страницу приложения, на которой располагается несколько меню:</a:t>
            </a:r>
          </a:p>
          <a:p>
            <a:r>
              <a:rPr lang="ru-RU" dirty="0" smtClean="0"/>
              <a:t>Заголовок страницы с меню управления профилем пользователя</a:t>
            </a:r>
            <a:r>
              <a:rPr lang="en-US" dirty="0" smtClean="0"/>
              <a:t>;</a:t>
            </a:r>
            <a:endParaRPr lang="ru-RU" dirty="0" smtClean="0"/>
          </a:p>
          <a:p>
            <a:r>
              <a:rPr lang="ru-RU" dirty="0" smtClean="0"/>
              <a:t>Меню управления бакетами</a:t>
            </a:r>
            <a:r>
              <a:rPr lang="en-US" dirty="0" smtClean="0"/>
              <a:t>;</a:t>
            </a:r>
            <a:endParaRPr lang="ru-RU" dirty="0"/>
          </a:p>
          <a:p>
            <a:r>
              <a:rPr lang="ru-RU" dirty="0" smtClean="0"/>
              <a:t>Список файлов, которые ранее загрузил пользователь</a:t>
            </a:r>
            <a:r>
              <a:rPr lang="ru-RU" dirty="0"/>
              <a:t>.</a:t>
            </a:r>
            <a:endParaRPr lang="ru-RU" dirty="0" smtClean="0"/>
          </a:p>
        </p:txBody>
      </p:sp>
    </p:spTree>
    <p:extLst>
      <p:ext uri="{BB962C8B-B14F-4D97-AF65-F5344CB8AC3E}">
        <p14:creationId xmlns:p14="http://schemas.microsoft.com/office/powerpoint/2010/main" val="27079487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Основная страница</a:t>
            </a:r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42555" y="1825625"/>
            <a:ext cx="10506889" cy="435133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870293" y="6189346"/>
            <a:ext cx="44514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Рисунок 2 – Интерфейс основной страницы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133192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Управление бакетами</a:t>
            </a:r>
            <a:endParaRPr lang="ru-RU" dirty="0"/>
          </a:p>
        </p:txBody>
      </p:sp>
      <p:sp>
        <p:nvSpPr>
          <p:cNvPr id="5" name="TextBox 4"/>
          <p:cNvSpPr txBox="1"/>
          <p:nvPr/>
        </p:nvSpPr>
        <p:spPr>
          <a:xfrm>
            <a:off x="6217160" y="6301438"/>
            <a:ext cx="46305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Рисунки 3, 4, 5 – Меню управления бакетами</a:t>
            </a:r>
            <a:endParaRPr lang="ru-RU" dirty="0"/>
          </a:p>
        </p:txBody>
      </p:sp>
      <p:sp>
        <p:nvSpPr>
          <p:cNvPr id="3" name="TextBox 2"/>
          <p:cNvSpPr txBox="1"/>
          <p:nvPr/>
        </p:nvSpPr>
        <p:spPr>
          <a:xfrm>
            <a:off x="838200" y="1712596"/>
            <a:ext cx="448818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 smtClean="0"/>
              <a:t>Меню управления бакетами позволяет просматривать, создавать и удалять бакеты в хранилище.</a:t>
            </a:r>
          </a:p>
          <a:p>
            <a:r>
              <a:rPr lang="ru-RU" sz="2800" dirty="0" smtClean="0"/>
              <a:t>В выпадающем списке можно выбрать бакет для загрузки файлов</a:t>
            </a:r>
            <a:endParaRPr lang="ru-RU" sz="2800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7281" y="3811776"/>
            <a:ext cx="3270399" cy="239763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7745" y="1286515"/>
            <a:ext cx="4919917" cy="231076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9" name="Рисунок 8"/>
          <p:cNvPicPr>
            <a:picLocks noChangeAspect="1"/>
          </p:cNvPicPr>
          <p:nvPr/>
        </p:nvPicPr>
        <p:blipFill rotWithShape="1">
          <a:blip r:embed="rId5"/>
          <a:srcRect l="3588" t="8787" r="5143" b="6990"/>
          <a:stretch/>
        </p:blipFill>
        <p:spPr>
          <a:xfrm>
            <a:off x="5071804" y="3911216"/>
            <a:ext cx="3385273" cy="211057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6646257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Загрузка файлов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825625"/>
            <a:ext cx="4472940" cy="3683635"/>
          </a:xfrm>
        </p:spPr>
        <p:txBody>
          <a:bodyPr/>
          <a:lstStyle/>
          <a:p>
            <a:r>
              <a:rPr lang="ru-RU" dirty="0" smtClean="0"/>
              <a:t>После выбора бакета, пользователь может загружать в него файлы.</a:t>
            </a: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7899" y="1547177"/>
            <a:ext cx="4977765" cy="403013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311140" y="5712252"/>
            <a:ext cx="66136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Рисунок 6 – Бакет выбран, кнопка загрузки файла стала активной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413774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34937" y="609600"/>
            <a:ext cx="8636824" cy="536924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077899" y="6131243"/>
            <a:ext cx="37508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Рисунок 7 – Файл успешно загружен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107294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Меню управления файлом</a:t>
            </a:r>
            <a:endParaRPr lang="ru-RU" dirty="0"/>
          </a:p>
        </p:txBody>
      </p:sp>
      <p:sp>
        <p:nvSpPr>
          <p:cNvPr id="5" name="TextBox 4"/>
          <p:cNvSpPr txBox="1"/>
          <p:nvPr/>
        </p:nvSpPr>
        <p:spPr>
          <a:xfrm>
            <a:off x="4229100" y="5935177"/>
            <a:ext cx="40121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Рисунок 8 – Меню управления файлом</a:t>
            </a:r>
            <a:endParaRPr lang="ru-RU" dirty="0"/>
          </a:p>
        </p:txBody>
      </p:sp>
      <p:sp>
        <p:nvSpPr>
          <p:cNvPr id="6" name="TextBox 5"/>
          <p:cNvSpPr txBox="1"/>
          <p:nvPr/>
        </p:nvSpPr>
        <p:spPr>
          <a:xfrm>
            <a:off x="838200" y="1831626"/>
            <a:ext cx="105156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 smtClean="0"/>
              <a:t>После успешной загрузки файла, доступно меню управления этим файлом в общем списке. Меню позволяет скачивать, удалять или производить другие действия над файлом, в зависимости от его типа</a:t>
            </a:r>
            <a:endParaRPr lang="ru-RU" sz="2800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6780" y="3537999"/>
            <a:ext cx="10447020" cy="2260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53088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Разметка изображений</a:t>
            </a:r>
            <a:endParaRPr lang="ru-RU" dirty="0"/>
          </a:p>
        </p:txBody>
      </p:sp>
      <p:sp>
        <p:nvSpPr>
          <p:cNvPr id="5" name="TextBox 4"/>
          <p:cNvSpPr txBox="1"/>
          <p:nvPr/>
        </p:nvSpPr>
        <p:spPr>
          <a:xfrm>
            <a:off x="6096000" y="6333815"/>
            <a:ext cx="571611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 smtClean="0"/>
              <a:t>Рисунок 9 – Просмотр размеченного изображения</a:t>
            </a:r>
            <a:endParaRPr lang="ru-RU" sz="20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86740" y="1825625"/>
            <a:ext cx="4499610" cy="4544695"/>
          </a:xfrm>
        </p:spPr>
        <p:txBody>
          <a:bodyPr>
            <a:normAutofit/>
          </a:bodyPr>
          <a:lstStyle/>
          <a:p>
            <a:r>
              <a:rPr lang="ru-RU" sz="2400" dirty="0" smtClean="0"/>
              <a:t>Для загруженных изображений доступен функционал разметки находящихся на них </a:t>
            </a:r>
            <a:r>
              <a:rPr lang="ru-RU" sz="2400" dirty="0" smtClean="0"/>
              <a:t>объектов при помощи сервиса </a:t>
            </a:r>
            <a:r>
              <a:rPr lang="en-US" sz="2400" dirty="0" smtClean="0"/>
              <a:t>VK Vision</a:t>
            </a:r>
            <a:r>
              <a:rPr lang="ru-RU" sz="2400" dirty="0" smtClean="0"/>
              <a:t>. В случае, если разметка изображения производилась ранее, доступен функционал использования кэшированного ответа от серверов </a:t>
            </a:r>
            <a:r>
              <a:rPr lang="en-US" sz="2400" dirty="0" smtClean="0"/>
              <a:t>VK</a:t>
            </a:r>
            <a:r>
              <a:rPr lang="ru-RU" sz="2400" dirty="0" smtClean="0"/>
              <a:t>, что в разы ускоряет время ответа на клиенте</a:t>
            </a:r>
            <a:r>
              <a:rPr lang="en-US" sz="2400" dirty="0" smtClean="0"/>
              <a:t>.</a:t>
            </a:r>
            <a:endParaRPr lang="ru-RU" sz="2400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6620" y="1423593"/>
            <a:ext cx="5886450" cy="4910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10394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Потоковая загрузка видео</a:t>
            </a:r>
            <a:endParaRPr lang="ru-RU" dirty="0"/>
          </a:p>
        </p:txBody>
      </p:sp>
      <p:sp>
        <p:nvSpPr>
          <p:cNvPr id="5" name="TextBox 4"/>
          <p:cNvSpPr txBox="1"/>
          <p:nvPr/>
        </p:nvSpPr>
        <p:spPr>
          <a:xfrm>
            <a:off x="6393180" y="4375475"/>
            <a:ext cx="46157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 smtClean="0"/>
              <a:t>Рисунок 10 – Потоковая загрузка файлов</a:t>
            </a:r>
            <a:endParaRPr lang="ru-RU" sz="20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86740" y="1825625"/>
            <a:ext cx="4499610" cy="4544695"/>
          </a:xfrm>
        </p:spPr>
        <p:txBody>
          <a:bodyPr>
            <a:normAutofit/>
          </a:bodyPr>
          <a:lstStyle/>
          <a:p>
            <a:r>
              <a:rPr lang="ru-RU" dirty="0" smtClean="0"/>
              <a:t>Благодаря использованию </a:t>
            </a:r>
            <a:r>
              <a:rPr lang="en-US" dirty="0" smtClean="0"/>
              <a:t>WebFlux</a:t>
            </a:r>
            <a:r>
              <a:rPr lang="ru-RU" dirty="0" smtClean="0"/>
              <a:t>, сервис позволяет пользователю потоково загружать файлы, в том числе видео.</a:t>
            </a: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4512" y="2186940"/>
            <a:ext cx="5566534" cy="1988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41255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dirty="0" smtClean="0"/>
              <a:t>Озвучивание содержимого текстовых файлов</a:t>
            </a:r>
            <a:endParaRPr lang="ru-RU" sz="4000" dirty="0"/>
          </a:p>
        </p:txBody>
      </p:sp>
      <p:sp>
        <p:nvSpPr>
          <p:cNvPr id="5" name="TextBox 4"/>
          <p:cNvSpPr txBox="1"/>
          <p:nvPr/>
        </p:nvSpPr>
        <p:spPr>
          <a:xfrm>
            <a:off x="5755725" y="5825430"/>
            <a:ext cx="526778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 smtClean="0"/>
              <a:t>Рисунок 11 – Окно просмотра и озвучки текста</a:t>
            </a:r>
            <a:endParaRPr lang="ru-RU" sz="20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86740" y="1825625"/>
            <a:ext cx="4499610" cy="4544695"/>
          </a:xfrm>
        </p:spPr>
        <p:txBody>
          <a:bodyPr>
            <a:normAutofit/>
          </a:bodyPr>
          <a:lstStyle/>
          <a:p>
            <a:r>
              <a:rPr lang="ru-RU" dirty="0" smtClean="0"/>
              <a:t>Для текстовых файлов, доступна функция озвучивания их содержимого. Как и в случае с получением разметки, есть возможность использования кэша.</a:t>
            </a:r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9446" y="1570673"/>
            <a:ext cx="6833444" cy="3915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16850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791647" y="6372226"/>
            <a:ext cx="407515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 smtClean="0"/>
              <a:t>Рисунок 12 – Общий список файлов</a:t>
            </a:r>
            <a:endParaRPr lang="ru-RU" sz="2000" dirty="0"/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 rotWithShape="1">
          <a:blip r:embed="rId2"/>
          <a:srcRect l="1650" t="767" r="1123" b="949"/>
          <a:stretch/>
        </p:blipFill>
        <p:spPr>
          <a:xfrm>
            <a:off x="2194560" y="88140"/>
            <a:ext cx="7955280" cy="6284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63340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pPr algn="ctr"/>
            <a:r>
              <a:rPr lang="ru-RU" dirty="0" smtClean="0"/>
              <a:t>Благодарю за внимание!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5381183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320</Words>
  <Application>Microsoft Office PowerPoint</Application>
  <PresentationFormat>Широкоэкранный</PresentationFormat>
  <Paragraphs>34</Paragraphs>
  <Slides>13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Тема Office</vt:lpstr>
      <vt:lpstr>Реактивный сервис хранения файлов и получения видеопотока</vt:lpstr>
      <vt:lpstr>Меню регистрации и входа</vt:lpstr>
      <vt:lpstr>Основная страница</vt:lpstr>
      <vt:lpstr>Основная страница</vt:lpstr>
      <vt:lpstr>Управление бакетами</vt:lpstr>
      <vt:lpstr>Загрузка файлов</vt:lpstr>
      <vt:lpstr>Презентация PowerPoint</vt:lpstr>
      <vt:lpstr>Меню управления файлом</vt:lpstr>
      <vt:lpstr>Разметка изображений</vt:lpstr>
      <vt:lpstr>Потоковая загрузка видео</vt:lpstr>
      <vt:lpstr>Озвучивание содержимого текстовых файлов</vt:lpstr>
      <vt:lpstr>Презентация PowerPoint</vt:lpstr>
      <vt:lpstr>Благодарю за внимание!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Реактивный сервис хранения файлов и получения видеопотока</dc:title>
  <dc:creator>Vasili4</dc:creator>
  <cp:lastModifiedBy>Vasili4</cp:lastModifiedBy>
  <cp:revision>7</cp:revision>
  <dcterms:created xsi:type="dcterms:W3CDTF">2025-12-20T14:10:07Z</dcterms:created>
  <dcterms:modified xsi:type="dcterms:W3CDTF">2025-12-20T15:11:48Z</dcterms:modified>
</cp:coreProperties>
</file>