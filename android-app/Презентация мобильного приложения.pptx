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3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DE11F-1859-4A29-9755-056F899062CC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2C962-8156-4188-9D2D-8C659BE7E8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93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2C962-8156-4188-9D2D-8C659BE7E8D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81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95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50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492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21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16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63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92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4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13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41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8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02115-558A-474F-BC23-5565966FE5E2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BEA56-2F56-4C1A-BD7C-9B0D0E142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92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Android-</a:t>
            </a:r>
            <a:r>
              <a:rPr lang="ru-RU" dirty="0" smtClean="0"/>
              <a:t>клиент сервиса хранения </a:t>
            </a:r>
            <a:r>
              <a:rPr lang="ru-RU" dirty="0" smtClean="0"/>
              <a:t>файлов и получения видеопотока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6891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Меню регистрации и входа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95738" y="1690688"/>
            <a:ext cx="45906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 первом заходе на страницу, пользователь видит меню, при помощи которого может зарегистрироваться в системе используя логин и пароль или войти в систему, если он уже зарегистрирован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055975" y="6297080"/>
            <a:ext cx="3290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1 – Меню авторизации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448" y="284260"/>
            <a:ext cx="2669379" cy="593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8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Основное окно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5276461" cy="45379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При успешном входе в систему, пользователь видит </a:t>
            </a:r>
            <a:r>
              <a:rPr lang="ru-RU" dirty="0" smtClean="0"/>
              <a:t>основное окно приложения</a:t>
            </a:r>
            <a:r>
              <a:rPr lang="ru-RU" dirty="0" smtClean="0"/>
              <a:t>, на </a:t>
            </a:r>
            <a:r>
              <a:rPr lang="ru-RU" dirty="0" smtClean="0"/>
              <a:t>котором </a:t>
            </a:r>
            <a:r>
              <a:rPr lang="ru-RU" dirty="0" smtClean="0"/>
              <a:t>располагается несколько меню:</a:t>
            </a:r>
          </a:p>
          <a:p>
            <a:r>
              <a:rPr lang="ru-RU" dirty="0" smtClean="0"/>
              <a:t>Заголовок страницы с меню управления профилем </a:t>
            </a:r>
            <a:r>
              <a:rPr lang="ru-RU" dirty="0" smtClean="0"/>
              <a:t>пользователя и адресом сервера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Меню управления бакетами</a:t>
            </a:r>
            <a:r>
              <a:rPr lang="en-US" dirty="0" smtClean="0"/>
              <a:t>;</a:t>
            </a:r>
            <a:endParaRPr lang="ru-RU" dirty="0"/>
          </a:p>
          <a:p>
            <a:r>
              <a:rPr lang="ru-RU" dirty="0" smtClean="0"/>
              <a:t>Список файлов, которые ранее загрузил пользователь</a:t>
            </a:r>
            <a:r>
              <a:rPr lang="ru-RU" dirty="0"/>
              <a:t>.</a:t>
            </a:r>
            <a:endParaRPr lang="ru-RU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080024" y="6363558"/>
            <a:ext cx="4041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2 – Интерфейс </a:t>
            </a:r>
            <a:r>
              <a:rPr lang="ru-RU" dirty="0" smtClean="0"/>
              <a:t>основного окна</a:t>
            </a:r>
            <a:endParaRPr lang="ru-RU" dirty="0"/>
          </a:p>
        </p:txBody>
      </p:sp>
      <p:pic>
        <p:nvPicPr>
          <p:cNvPr id="5" name="Объект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274" y="181174"/>
            <a:ext cx="2745647" cy="610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4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бакетами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217160" y="6301438"/>
            <a:ext cx="463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Рисунки 3, </a:t>
            </a:r>
            <a:r>
              <a:rPr lang="ru-RU" dirty="0" smtClean="0"/>
              <a:t>4, 5</a:t>
            </a:r>
            <a:r>
              <a:rPr lang="ru-RU" dirty="0" smtClean="0"/>
              <a:t> </a:t>
            </a:r>
            <a:r>
              <a:rPr lang="ru-RU" dirty="0" smtClean="0"/>
              <a:t>– </a:t>
            </a:r>
            <a:r>
              <a:rPr lang="ru-RU" dirty="0" smtClean="0"/>
              <a:t>Меню управления бакетами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712595"/>
            <a:ext cx="4043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Меню управления бакетами позволяет просматривать, создавать и удалять бакеты в хранилище.</a:t>
            </a:r>
          </a:p>
          <a:p>
            <a:r>
              <a:rPr lang="ru-RU" sz="2800" dirty="0" smtClean="0"/>
              <a:t>В </a:t>
            </a:r>
            <a:r>
              <a:rPr lang="ru-RU" sz="2800" dirty="0" smtClean="0"/>
              <a:t>списке </a:t>
            </a:r>
            <a:r>
              <a:rPr lang="ru-RU" sz="2800" dirty="0" smtClean="0"/>
              <a:t>можно выбрать бакет для загрузки файлов</a:t>
            </a:r>
            <a:endParaRPr lang="ru-RU" sz="2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160" y="434975"/>
            <a:ext cx="2598686" cy="581853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509" y="513556"/>
            <a:ext cx="2855684" cy="255968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600" y="3344242"/>
            <a:ext cx="2810593" cy="259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2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Загрузка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472940" cy="3683635"/>
          </a:xfrm>
        </p:spPr>
        <p:txBody>
          <a:bodyPr/>
          <a:lstStyle/>
          <a:p>
            <a:r>
              <a:rPr lang="ru-RU" dirty="0" smtClean="0"/>
              <a:t>После выбора бакета, пользователь может загружать в него файлы.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311140" y="5712252"/>
            <a:ext cx="661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6 – Бакет выбран, кнопка загрузки файла стала активной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562" y="644434"/>
            <a:ext cx="3653783" cy="468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7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77899" y="6131243"/>
            <a:ext cx="3750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7 – Файл успешно загружен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4820" y="227991"/>
            <a:ext cx="3028954" cy="590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2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Меню управления файлом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053839" y="6300937"/>
            <a:ext cx="401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Рисунок 8 – Меню управления файлом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1831626"/>
            <a:ext cx="1051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После успешной загрузки файла, доступно меню управления этим файлом в общем списке. Меню позволяет скачивать, удалять или производить другие действия над файлом, в зависимости от его типа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888" y="3246426"/>
            <a:ext cx="3802089" cy="29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0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Разметка изображений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6333815"/>
            <a:ext cx="5716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Рисунок 9 – Просмотр размеченного изображения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6740" y="1825625"/>
            <a:ext cx="4499610" cy="4544695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Для загруженных изображений доступен функционал разметки находящихся на них объектов при помощи сервиса </a:t>
            </a:r>
            <a:r>
              <a:rPr lang="en-US" sz="2400" dirty="0" smtClean="0"/>
              <a:t>VK Vision</a:t>
            </a:r>
            <a:r>
              <a:rPr lang="ru-RU" sz="2400" dirty="0" smtClean="0"/>
              <a:t>. В случае, если разметка изображения производилась ранее, доступен функционал использования кэшированного ответа от серверов </a:t>
            </a:r>
            <a:r>
              <a:rPr lang="en-US" sz="2400" dirty="0" smtClean="0"/>
              <a:t>VK</a:t>
            </a:r>
            <a:r>
              <a:rPr lang="ru-RU" sz="2400" dirty="0" smtClean="0"/>
              <a:t>, что в разы ускоряет время ответа на клиенте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0" y="435120"/>
            <a:ext cx="4787900" cy="582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Озвучивание содержимого текстовых файлов</a:t>
            </a:r>
            <a:endParaRPr lang="ru-RU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5765250" y="6170265"/>
            <a:ext cx="5376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Рисунок </a:t>
            </a:r>
            <a:r>
              <a:rPr lang="ru-RU" sz="2000" dirty="0" smtClean="0"/>
              <a:t>10 </a:t>
            </a:r>
            <a:r>
              <a:rPr lang="ru-RU" sz="2000" dirty="0" smtClean="0"/>
              <a:t>– </a:t>
            </a:r>
            <a:r>
              <a:rPr lang="ru-RU" sz="2000" dirty="0" smtClean="0"/>
              <a:t>Меню </a:t>
            </a:r>
            <a:r>
              <a:rPr lang="ru-RU" sz="2000" dirty="0" smtClean="0"/>
              <a:t>просмотра и озвучки текста</a:t>
            </a:r>
            <a:endParaRPr lang="ru-RU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6740" y="1825625"/>
            <a:ext cx="4499610" cy="4544695"/>
          </a:xfrm>
        </p:spPr>
        <p:txBody>
          <a:bodyPr>
            <a:normAutofit/>
          </a:bodyPr>
          <a:lstStyle/>
          <a:p>
            <a:r>
              <a:rPr lang="ru-RU" dirty="0" smtClean="0"/>
              <a:t>Для текстовых файлов, доступна функция озвучивания их содержимого. Как и в случае с получением разметки, есть возможность использования кэша.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934" y="1495425"/>
            <a:ext cx="4631896" cy="445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8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91647" y="6372226"/>
            <a:ext cx="4075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Рисунок </a:t>
            </a:r>
            <a:r>
              <a:rPr lang="ru-RU" sz="2000" dirty="0" smtClean="0"/>
              <a:t>11 </a:t>
            </a:r>
            <a:r>
              <a:rPr lang="ru-RU" sz="2000" dirty="0" smtClean="0"/>
              <a:t>– Общий список файлов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864" y="98257"/>
            <a:ext cx="2823286" cy="627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3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ctr"/>
            <a:r>
              <a:rPr lang="ru-RU" dirty="0" smtClean="0"/>
              <a:t>Благодарю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38118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296</Words>
  <Application>Microsoft Office PowerPoint</Application>
  <PresentationFormat>Широкоэкранный</PresentationFormat>
  <Paragraphs>30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Android-клиент сервиса хранения файлов и получения видеопотока</vt:lpstr>
      <vt:lpstr>Меню регистрации и входа</vt:lpstr>
      <vt:lpstr>Основное окно</vt:lpstr>
      <vt:lpstr>Управление бакетами</vt:lpstr>
      <vt:lpstr>Загрузка файлов</vt:lpstr>
      <vt:lpstr>Презентация PowerPoint</vt:lpstr>
      <vt:lpstr>Меню управления файлом</vt:lpstr>
      <vt:lpstr>Разметка изображений</vt:lpstr>
      <vt:lpstr>Озвучивание содержимого текстовых файлов</vt:lpstr>
      <vt:lpstr>Презентация PowerPoint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Реактивный сервис хранения файлов и получения видеопотока</dc:title>
  <dc:creator>Vasili4</dc:creator>
  <cp:lastModifiedBy>Vasili4</cp:lastModifiedBy>
  <cp:revision>10</cp:revision>
  <dcterms:created xsi:type="dcterms:W3CDTF">2025-12-20T14:10:07Z</dcterms:created>
  <dcterms:modified xsi:type="dcterms:W3CDTF">2026-04-16T11:00:12Z</dcterms:modified>
</cp:coreProperties>
</file>